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6f2ea1da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6f2ea1da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f2ea1da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f2ea1da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7224108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7224108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412baf0a87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412baf0a87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40964e93f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40964e93f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722410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a722410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722410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a722410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615250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a615250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12baf0a87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12baf0a87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615250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615250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615250a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615250a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722410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722410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7224108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a7224108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12baf0a87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12baf0a87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12baf0a87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412baf0a87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615250a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a615250a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nips.nostr.com/69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5709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Sovereign Bitcoiner #05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910600"/>
            <a:ext cx="7688100" cy="10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RoboSats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am I?</a:t>
            </a:r>
            <a:endParaRPr/>
          </a:p>
        </p:txBody>
      </p:sp>
      <p:pic>
        <p:nvPicPr>
          <p:cNvPr id="93" name="Google Shape;93;p14" title="Glider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648" y="2199500"/>
            <a:ext cx="1578300" cy="15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title="sovere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823" y="771550"/>
            <a:ext cx="2880349" cy="36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6380175" y="902925"/>
            <a:ext cx="2252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Independence. Be the monarch of your life.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Introduction to robosats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Is it still used?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Demo and look at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Trade-offs</a:t>
            </a:r>
            <a:endParaRPr sz="2300"/>
          </a:p>
        </p:txBody>
      </p:sp>
      <p:pic>
        <p:nvPicPr>
          <p:cNvPr id="106" name="Google Shape;106;p16" title="targe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275" y="1204950"/>
            <a:ext cx="1520776" cy="152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RoboSats</a:t>
            </a:r>
            <a:endParaRPr/>
          </a:p>
        </p:txBody>
      </p:sp>
      <p:sp>
        <p:nvSpPr>
          <p:cNvPr id="112" name="Google Shape;112;p17"/>
          <p:cNvSpPr txBox="1"/>
          <p:nvPr/>
        </p:nvSpPr>
        <p:spPr>
          <a:xfrm>
            <a:off x="525250" y="2140025"/>
            <a:ext cx="6515700" cy="1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non-KYC platform for buying and selling bitcoin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Average premium 2-5%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Practically anonymous (Tor)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Needs Lightning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Orders are represented using </a:t>
            </a:r>
            <a:r>
              <a:rPr lang="en" sz="15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NIP-69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Nostr</a:t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533375" y="2148150"/>
            <a:ext cx="651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Analogy: like email, but decentralized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public key is your username, the private key is your</a:t>
            </a:r>
            <a:b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password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NIP-19: https://github.com/nostr-protocol/nips/blob/master/19.md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8" title="nostr_event.jpeg"/>
          <p:cNvPicPr preferRelativeResize="0"/>
          <p:nvPr/>
        </p:nvPicPr>
        <p:blipFill rotWithShape="1">
          <a:blip r:embed="rId3">
            <a:alphaModFix/>
          </a:blip>
          <a:srcRect b="0" l="30167" r="30072" t="0"/>
          <a:stretch/>
        </p:blipFill>
        <p:spPr>
          <a:xfrm>
            <a:off x="6702350" y="515401"/>
            <a:ext cx="1950132" cy="262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/>
          <p:nvPr/>
        </p:nvSpPr>
        <p:spPr>
          <a:xfrm>
            <a:off x="643175" y="2025300"/>
            <a:ext cx="1526700" cy="120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694700" y="2025300"/>
            <a:ext cx="1526700" cy="120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not?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6746225" y="2025300"/>
            <a:ext cx="1526700" cy="120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not not?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2413500" y="2516550"/>
            <a:ext cx="11208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423413" y="2516550"/>
            <a:ext cx="1120800" cy="219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523150" y="2106525"/>
            <a:ext cx="101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trade-offs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381650" y="2006475"/>
            <a:ext cx="108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Other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trade-offs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robosats?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533375" y="2148150"/>
            <a:ext cx="6515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Privacy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Useability (some exchanges might be blocked in some countries)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Get sats peer-to-peer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-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Buy bitcoin without identity linked to it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Dictionary</a:t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533375" y="2148150"/>
            <a:ext cx="651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Maker = the one that puts an order and waits for a taker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Taker = the one that takes an order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Lock bond = a deposit made both by the buyer and seller, released after the trade has completed successfully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Hold invoice = a special type of Lightning invoice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Premium = percentage relative to the market price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How?</a:t>
            </a:r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533375" y="2148150"/>
            <a:ext cx="6515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Open using Tor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Generate a token (identity) and store it safely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Advise: Trade with a new identity every time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Choose a trade or create our own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Deposit a bond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Chat with the trader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Make the exchange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p23" title="seller_bitco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600" y="-398650"/>
            <a:ext cx="3924798" cy="581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5" name="Google Shape;165;p24" title="buyer_bitcoi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775" y="-447625"/>
            <a:ext cx="3886450" cy="575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not?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729450" y="2279250"/>
            <a:ext cx="7799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You need to trust both the exchange medium and person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More expensive (3-5% premium)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Higher knowledge </a:t>
            </a: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threshold</a:t>
            </a: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(for using Tor and notifications)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Time consuming, hassle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Tor is less anonymous when JavaScript is used (maybe if you want to protect yourself from the US gov)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-"/>
            </a:pPr>
            <a:r>
              <a:rPr lang="en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lightning node is revealed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not?</a:t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533375" y="2148150"/>
            <a:ext cx="651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Lightning network invoices reveal the destination of payments.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Solution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Use non-custodial wallet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lnproxy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/>
        </p:nvSpPr>
        <p:spPr>
          <a:xfrm>
            <a:off x="533375" y="2148150"/>
            <a:ext cx="6515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Citing from RoboSats’ website: “If your node only has unannounced channels it will be harder to find your onchain UTXOs but you will still have the problem of payment correlation. For small amounts, using a custodial proxy wallet is a reasonable way to improve your privacy when receiving on the lightning network”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606375" y="4623600"/>
            <a:ext cx="464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Image source: https://verygood.ventures/blog/what-is-nostr/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Losing a bond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Deceive your peer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Cancel the order in the chat stage, without the peer’s approval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Failing to submit an escrow/payment invoice in time</a:t>
            </a:r>
            <a:endParaRPr/>
          </a:p>
        </p:txBody>
      </p:sp>
      <p:sp>
        <p:nvSpPr>
          <p:cNvPr id="197" name="Google Shape;197;p29"/>
          <p:cNvSpPr txBox="1"/>
          <p:nvPr/>
        </p:nvSpPr>
        <p:spPr>
          <a:xfrm>
            <a:off x="729450" y="4648325"/>
            <a:ext cx="467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Source: https://robosats.org/docs/bonds/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