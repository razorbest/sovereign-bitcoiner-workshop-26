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f2ea1da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6f2ea1da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f2ea1da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f2ea1da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705396d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705396d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b1cb6e7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09b1cb6e7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09b1cb6e7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09b1cb6e7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b1cb6e7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09b1cb6e7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09b1cb6e7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09b1cb6e7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09b1cb6e7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09b1cb6e7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b1cb6e7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409b1cb6e7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b1cb6e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09b1cb6e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abe5f0d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7abe5f0d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it was needed to explain what an IP is, and what a listener node is. I found it hard to properly do it to a non-technical audience, without starting to talk </a:t>
            </a:r>
            <a:r>
              <a:rPr lang="en"/>
              <a:t>about</a:t>
            </a:r>
            <a:r>
              <a:rPr lang="en"/>
              <a:t> networking. I think the analogy with house addresses is pretty good. Someone mentioned Bluetooth - I’ve never heard about Bitcoin over Bluetooth, but it would be a cool thing.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0964e93f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0964e93f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409b1cb6e7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409b1cb6e7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5709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Sovereign Bitcoiner #04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910600"/>
            <a:ext cx="7688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Alby Hub and the Lightning Network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pic>
        <p:nvPicPr>
          <p:cNvPr id="93" name="Google Shape;93;p14" title="Glider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48" y="2199500"/>
            <a:ext cx="1578300" cy="15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title="sovere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823" y="771550"/>
            <a:ext cx="2880349" cy="36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6380175" y="902925"/>
            <a:ext cx="225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Independence. Be the monarch of your life.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 title="lightning_intermediate_chann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163" y="1944750"/>
            <a:ext cx="7171665" cy="26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1189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Lightning network: payment channels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</a:t>
            </a:r>
            <a:r>
              <a:rPr lang="en"/>
              <a:t> from Bitcoin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6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Routing channels are incentivized by fees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What else?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Micropayments, fast (not like Bitcoin, taking 10 minutes)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Privacy (only can see opening and closing of channels)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Possibility of more privacy on custodial wallets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It needs inbound/outbound liquidity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7650" y="730000"/>
            <a:ext cx="76887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feels trying to understand Lightning contracts</a:t>
            </a:r>
            <a:endParaRPr/>
          </a:p>
        </p:txBody>
      </p:sp>
      <p:pic>
        <p:nvPicPr>
          <p:cNvPr id="117" name="Google Shape;117;p18" title="4d_ch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025" y="1535200"/>
            <a:ext cx="5719776" cy="321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would people use Lightning?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Ask the audience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Speed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Smaller fees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Micropayments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Privacy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Lightning not widely adopted?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You need to fund a channel yourself to add liquidity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Most wallets are custodial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More </a:t>
            </a:r>
            <a:r>
              <a:rPr lang="en" sz="1800"/>
              <a:t>responsibility</a:t>
            </a:r>
            <a:r>
              <a:rPr lang="en" sz="1800"/>
              <a:t> to run a node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Dormant channels: money that you don’t use, doesn’t exist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Security model is more complicated than L1 Bitcoin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 strike="sngStrike"/>
              <a:t>“Not your keys, not your coins” </a:t>
            </a:r>
            <a:r>
              <a:rPr lang="en" sz="1800"/>
              <a:t> “Not your node, not your uptime”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Lightning is not mean for daily payments?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Lightning clients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729438" y="2046638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Lightning core (Blockstream)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LND - Lightning Network Daemon (Lightning Labs)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Eclair (ACINQ)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LDK - Lightning Development Toolkit (Lightning Labs). Not really a node</a:t>
            </a:r>
            <a:endParaRPr sz="1700"/>
          </a:p>
        </p:txBody>
      </p:sp>
      <p:sp>
        <p:nvSpPr>
          <p:cNvPr id="147" name="Google Shape;147;p23"/>
          <p:cNvSpPr txBox="1"/>
          <p:nvPr/>
        </p:nvSpPr>
        <p:spPr>
          <a:xfrm>
            <a:off x="729450" y="4597275"/>
            <a:ext cx="660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Setting up a client: https://github.com/lnbook/lnbook/blob/develop/04_node_client.asciidoc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Alby Hub</a:t>
            </a:r>
            <a:endParaRPr/>
          </a:p>
        </p:txBody>
      </p:sp>
      <p:sp>
        <p:nvSpPr>
          <p:cNvPr id="153" name="Google Shape;153;p24"/>
          <p:cNvSpPr txBox="1"/>
          <p:nvPr/>
        </p:nvSpPr>
        <p:spPr>
          <a:xfrm>
            <a:off x="815525" y="2165675"/>
            <a:ext cx="7402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Alby Hub: introduced in 2024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Self-custodial: runs on your Umbrel/Start9/RaspiBlitz box, or a server you run yourself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Can be accessed from everywhere using Nostr Wallet Connect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Part of the Alby ecosystem: Alby Go, Alby Extension, Alby Account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Nostr</a:t>
            </a:r>
            <a:endParaRPr/>
          </a:p>
        </p:txBody>
      </p:sp>
      <p:sp>
        <p:nvSpPr>
          <p:cNvPr id="159" name="Google Shape;159;p25"/>
          <p:cNvSpPr txBox="1"/>
          <p:nvPr/>
        </p:nvSpPr>
        <p:spPr>
          <a:xfrm>
            <a:off x="533375" y="2148150"/>
            <a:ext cx="6515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Analogy: like email, but decentralized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public key is your username, the private key is your</a:t>
            </a:r>
            <a:b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password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NIP-19: https://github.com/nostr-protocol/nips/blob/master/19.md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0" name="Google Shape;160;p25" title="nostr_event.jpeg"/>
          <p:cNvPicPr preferRelativeResize="0"/>
          <p:nvPr/>
        </p:nvPicPr>
        <p:blipFill rotWithShape="1">
          <a:blip r:embed="rId3">
            <a:alphaModFix/>
          </a:blip>
          <a:srcRect b="0" l="30167" r="30072" t="0"/>
          <a:stretch/>
        </p:blipFill>
        <p:spPr>
          <a:xfrm>
            <a:off x="6702350" y="515401"/>
            <a:ext cx="1950132" cy="2620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HTLCs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729450" y="2078875"/>
            <a:ext cx="7688700" cy="9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63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40"/>
              <a:buChar char="-"/>
            </a:pPr>
            <a:r>
              <a:rPr b="1" lang="en" sz="1540"/>
              <a:t>Hash</a:t>
            </a:r>
            <a:r>
              <a:rPr lang="en" sz="1540"/>
              <a:t>-Locked: all nodes along the path use it to lock the transaction</a:t>
            </a:r>
            <a:endParaRPr sz="1540"/>
          </a:p>
          <a:p>
            <a:pPr indent="-3263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40"/>
              <a:buChar char="-"/>
            </a:pPr>
            <a:r>
              <a:rPr b="1" lang="en" sz="1540"/>
              <a:t>Time</a:t>
            </a:r>
            <a:r>
              <a:rPr lang="en" sz="1540"/>
              <a:t>-Locked: alternate path can be spent after some time</a:t>
            </a:r>
            <a:endParaRPr sz="154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540"/>
          </a:p>
        </p:txBody>
      </p:sp>
      <p:sp>
        <p:nvSpPr>
          <p:cNvPr id="168" name="Google Shape;168;p26"/>
          <p:cNvSpPr txBox="1"/>
          <p:nvPr/>
        </p:nvSpPr>
        <p:spPr>
          <a:xfrm>
            <a:off x="1017650" y="2954450"/>
            <a:ext cx="6797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OP_IF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OP_HASH160 &lt;hash of preimage&gt; OP_EQUALVERIFY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&lt;recipient pubkey&gt; OP_CHECKSIG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OP_ELSE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&lt;timeout block height&gt; OP_CHECKLOCKTIMEVERIFY OP_DROP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&lt;sender pubkey&gt; OP_CHECKSIG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OP_ENDIF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